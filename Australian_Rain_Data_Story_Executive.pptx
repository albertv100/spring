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Rain in Australia: A Data Story for Executives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drives tomorrow’s rain? Trends, signals, and an action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Questions We Answered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and where is rainfall most intense across major cities?</a:t>
            </a:r>
          </a:p>
          <a:p>
            <a:r>
              <a:t>Which signals best predict rain tomorrow (e.g., humidity, pressure, wind)?</a:t>
            </a:r>
          </a:p>
          <a:p>
            <a:r>
              <a:t>What seasonal patterns matter for planning operations?</a:t>
            </a:r>
          </a:p>
          <a:p>
            <a:r>
              <a:t>How well can a simple model predict rain tomorrow?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2023 daily weather signals for 8 cities (executive illustration).</a:t>
            </a:r>
          </a:p>
          <a:p>
            <a:r>
              <a:t>Variables: TempMax/TempMin, Humidity3pm, Pressure9am, WindGust, Cloud3pm, RainToday, RainfallMM, RainTomorrow.</a:t>
            </a:r>
          </a:p>
          <a:p>
            <a:r>
              <a:t>We explore trends and fit a simple logistic regression to predict RainTomorrow.</a:t>
            </a:r>
          </a:p>
          <a:p>
            <a:r>
              <a:t>Use this deck as a template—swap in your real Australian weather data for 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Seasonality: Sydney</a:t>
            </a:r>
          </a:p>
        </p:txBody>
      </p:sp>
      <p:pic>
        <p:nvPicPr>
          <p:cNvPr id="3" name="Picture 2" descr="monthly_rain_Syd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44413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Seasonality: Melbourne</a:t>
            </a:r>
          </a:p>
        </p:txBody>
      </p:sp>
      <p:pic>
        <p:nvPicPr>
          <p:cNvPr id="3" name="Picture 2" descr="monthly_rain_Melbour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44413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Seasonality: Brisbane</a:t>
            </a:r>
          </a:p>
        </p:txBody>
      </p:sp>
      <p:pic>
        <p:nvPicPr>
          <p:cNvPr id="3" name="Picture 2" descr="monthly_rain_Brisb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44413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Seasonality: Perth</a:t>
            </a:r>
          </a:p>
        </p:txBody>
      </p:sp>
      <p:pic>
        <p:nvPicPr>
          <p:cNvPr id="3" name="Picture 2" descr="monthly_rain_Pe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44413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Seasonality: Adelaide</a:t>
            </a:r>
          </a:p>
        </p:txBody>
      </p:sp>
      <p:pic>
        <p:nvPicPr>
          <p:cNvPr id="3" name="Picture 2" descr="monthly_rain_Adela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44413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Seasonality: Hobart</a:t>
            </a:r>
          </a:p>
        </p:txBody>
      </p:sp>
      <p:pic>
        <p:nvPicPr>
          <p:cNvPr id="3" name="Picture 2" descr="monthly_rain_Hob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44413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Seasonality: Darwin</a:t>
            </a:r>
          </a:p>
        </p:txBody>
      </p:sp>
      <p:pic>
        <p:nvPicPr>
          <p:cNvPr id="3" name="Picture 2" descr="monthly_rain_Dar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44413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Seasonality: Canberra</a:t>
            </a:r>
          </a:p>
        </p:txBody>
      </p:sp>
      <p:pic>
        <p:nvPicPr>
          <p:cNvPr id="3" name="Picture 2" descr="monthly_rain_Canbe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44413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City Comparisons (2023)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rainy_days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246811"/>
          </a:xfrm>
          <a:prstGeom prst="rect">
            <a:avLst/>
          </a:prstGeom>
        </p:spPr>
      </p:pic>
      <p:pic>
        <p:nvPicPr>
          <p:cNvPr id="5" name="Picture 4" descr="avg_rainfall_by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3931920" cy="22468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Drives Rain Tomorrow?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signals (Pearson correlation with RainTomorrow):</a:t>
            </a:r>
          </a:p>
          <a:p>
            <a:pPr lvl="1"/>
            <a:r>
              <a:t>Humidity3pm: 0.25</a:t>
            </a:r>
          </a:p>
          <a:p>
            <a:pPr lvl="1"/>
            <a:r>
              <a:t>Cloud3pm: 0.12</a:t>
            </a:r>
          </a:p>
          <a:p>
            <a:pPr lvl="1"/>
            <a:r>
              <a:t>WindGust: 0.10</a:t>
            </a:r>
          </a:p>
          <a:p>
            <a:pPr lvl="1"/>
            <a:r>
              <a:t>TempMax: -0.05</a:t>
            </a:r>
          </a:p>
          <a:p>
            <a:pPr lvl="1"/>
            <a:r>
              <a:t>Pressure9am: -0.15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Signals vs RainTomorrow: Correlation View</a:t>
            </a:r>
          </a:p>
        </p:txBody>
      </p:sp>
      <p:pic>
        <p:nvPicPr>
          <p:cNvPr id="3" name="Picture 2" descr="corr_with_rain_tomo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44413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Storm Signal: High Humidity + Lower Pressure Clusters</a:t>
            </a:r>
          </a:p>
        </p:txBody>
      </p:sp>
      <p:pic>
        <p:nvPicPr>
          <p:cNvPr id="3" name="Picture 2" descr="humidity_pressur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44413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Predictable is Rain Tomorrow?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logistic regression (5 features) achieves Accuracy = 0.88, ROC-AUC = 0.67.</a:t>
            </a:r>
          </a:p>
          <a:p>
            <a:r>
              <a:t>Interpretation: Signals carry useful information; a lightweight model can prioritize field ops.</a:t>
            </a:r>
          </a:p>
          <a:p>
            <a:r>
              <a:t>Next step: Validate with real bureau data per city and add lags (e.g., rolling humidity).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 for the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Staffing &amp; Scheduling: Align maintenance and field crews with seasonal peaks by city.</a:t>
            </a:r>
          </a:p>
          <a:p>
            <a:r>
              <a:t>Inventory: Pre-position rain-sensitive supplies before wet periods (e.g., Darwin Dec–Mar; South Jun–Aug).</a:t>
            </a:r>
          </a:p>
          <a:p>
            <a:r>
              <a:t>Risk &amp; Safety: Use humidity/pressure alerts to trigger ‘prepare’ workflows 24 hours ahead.</a:t>
            </a:r>
          </a:p>
          <a:p>
            <a:r>
              <a:t>Data: Integrate live sensor feeds; monitor drift; revisit models quarterly.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to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1–2: Data audit &amp; ingestion from Bureau of Meteorology; define SLAs.</a:t>
            </a:r>
          </a:p>
          <a:p>
            <a:r>
              <a:t>Week 3–4: Feature engineering (lags, storms), city-specific models; backtesting.</a:t>
            </a:r>
          </a:p>
          <a:p>
            <a:r>
              <a:t>Week 5–6: Deploy dashboards &amp; alerts; measure precision/recall; calibrate thresholds.</a:t>
            </a:r>
          </a:p>
          <a:p>
            <a:r>
              <a:t>Quarterly: Model monitoring for drift; seasonal recalibration.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Method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Pearson correlation computed on numeric features vs RainTomorrow (binary).</a:t>
            </a:r>
          </a:p>
          <a:p>
            <a:r>
              <a:t>Logistic regression with train/test split (25% test), max_iter=1000.</a:t>
            </a:r>
          </a:p>
          <a:p>
            <a:r>
              <a:t>All charts generated with matplotlib; no styling overrides.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bdd6eeb-0dd0-4927-947e-a759f08fcf55}" enabled="1" method="Privileged" siteId="{658e63e8-8d39-499c-8f48-13adc9452f4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446</Words>
  <Application>Microsoft Office PowerPoint</Application>
  <PresentationFormat>On-screen Show (4:3)</PresentationFormat>
  <Paragraphs>48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Rain in Australia: A Data Story for Executives</vt:lpstr>
      <vt:lpstr>Executive Questions We Answered</vt:lpstr>
      <vt:lpstr>Dataset &amp;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City Comparisons (2023)</vt:lpstr>
      <vt:lpstr>What Drives Rain Tomorrow?</vt:lpstr>
      <vt:lpstr>PowerPoint Presentation</vt:lpstr>
      <vt:lpstr>PowerPoint Presentation</vt:lpstr>
      <vt:lpstr>How Predictable is Rain Tomorrow?</vt:lpstr>
      <vt:lpstr>Actions for the Business</vt:lpstr>
      <vt:lpstr>Roadmap to Production</vt:lpstr>
      <vt:lpstr>Appendix: Method Notes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Vempala Albert</cp:lastModifiedBy>
  <cp:revision>1</cp:revision>
  <dcterms:created xsi:type="dcterms:W3CDTF">2013-01-27T09:14:16Z</dcterms:created>
  <dcterms:modified xsi:type="dcterms:W3CDTF">2025-11-19T16:37:12Z</dcterms:modified>
  <cp:category/>
</cp:coreProperties>
</file>