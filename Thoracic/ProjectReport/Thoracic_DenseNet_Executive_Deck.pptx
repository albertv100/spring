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AUROC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Atelectasis</c:v>
                </c:pt>
                <c:pt idx="1">
                  <c:v>Cardiomegaly</c:v>
                </c:pt>
                <c:pt idx="2">
                  <c:v>Effusion</c:v>
                </c:pt>
                <c:pt idx="3">
                  <c:v>Infiltration</c:v>
                </c:pt>
                <c:pt idx="4">
                  <c:v>Mass</c:v>
                </c:pt>
                <c:pt idx="5">
                  <c:v>Nodule</c:v>
                </c:pt>
                <c:pt idx="6">
                  <c:v>Pneumonia</c:v>
                </c:pt>
                <c:pt idx="7">
                  <c:v>Pneumothorax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0.77557817998994483</c:v>
                </c:pt>
                <c:pt idx="1">
                  <c:v>0.80118067512624258</c:v>
                </c:pt>
                <c:pt idx="2">
                  <c:v>0.82464239499178116</c:v>
                </c:pt>
                <c:pt idx="3">
                  <c:v>0.71479662969024671</c:v>
                </c:pt>
                <c:pt idx="4">
                  <c:v>0.735282505702755</c:v>
                </c:pt>
                <c:pt idx="5">
                  <c:v>0.65745606196008344</c:v>
                </c:pt>
                <c:pt idx="6">
                  <c:v>0.6187320103014694</c:v>
                </c:pt>
                <c:pt idx="7">
                  <c:v>0.79700397032702952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AE-4E62-89D4-8835846917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7CBD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55000000000000004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7CBD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167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All figures/charts are generated from project results shared in chat (no external images).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Internal project configuration and metrics shared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Label set is inferred from the 8-class per-label AUROC list provided. Update label names if your dataset differs.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Diagram reflects the preprocessing steps discussed in the project flow;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Configuration corresponds to the training code shared (AdamW, BCE, AUC, staged fine-tuning).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Insights reflect observed early stopping and overfitting behavior in the shared training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AUROC numbers are from user-provided test results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Remediation items are derived from the observed per-label AUROC bottlenecks and fine-tuning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Artifact list follows the user request to export evaluation matrices to CSV and to document preprocessing→modeling.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Summary reflects metrics provided by the user in this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Findings Classifier (DenseNet121)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preprocessing → modeling → evaluation (executive summary)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72800" cy="1920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(high-res pass)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AUROC (test): 0.741   |   Test AUC (Keras): 0.740   |   Restored best epoch: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bottlenecks: Pneumonia + Nodule (lowest AUROC). Next levers: class-weighted BCE + threshold tuning.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319272"/>
            <a:ext cx="1965960" cy="347472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392424"/>
            <a:ext cx="1636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3319272"/>
            <a:ext cx="2057400" cy="347472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3392424"/>
            <a:ext cx="1728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4920" y="3319272"/>
            <a:ext cx="2743200" cy="34747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3392424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DenseNet project | Executive deck (≤10 slides)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6692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synopsis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532120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3560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01368"/>
            <a:ext cx="5074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triage support for thoracic findings in chest X-rays.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setup: each study can have multiple pathologies.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KPI: AUROC (macro + per-label) to handle imbalance.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303520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4356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1801368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DenseNet121 backbone + multi-label classification head.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 phases: frozen backbone → fine-tune → optional 320px pass.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outputs: macro AUROC, per-label AUROC, CSV-ready metrics.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result: macro AUROC (test) ≈ 0.741 with stable generalization.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preprocessing → modeling (this deck).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6692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problem framing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532120" cy="2240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3560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01368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single chest X-ray image.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8 independent probabilities (sigmoid) — one per label.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binary cross-entropy across labels.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5532120" cy="2606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81304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constraints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178808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imbalance (rare positives) + label noise (esp. Pneumonia).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findings (Nodule) benefit from higher resolution.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selection metric: AUROC (macro + per-label).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234440"/>
            <a:ext cx="5303520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417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783080"/>
            <a:ext cx="484632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Atelectasis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Cardiomegaly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Effusion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Infiltration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Nodule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Pneumonia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Pneumothorax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thoracic pathology classification.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6692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(image → tensor)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33756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727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validate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paths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corrupt images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33756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727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curation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1874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vector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patient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333756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072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224px 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320px optional pass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697480"/>
            <a:ext cx="333756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8072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108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[0,1]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Mean/Std if used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33756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4164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(train only)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 mild rotate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zoom/contrast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3931920"/>
            <a:ext cx="333756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404164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tf.data performance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0" y="43434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cache/prefetch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map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01000" y="1463040"/>
            <a:ext cx="361188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0" y="16642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controls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2029968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before augmentation.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split if available.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val/test transforms beyond resize/normalize.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01000" y="3794760"/>
            <a:ext cx="3611880" cy="2423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0" y="39959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4361688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preprocessing functions.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checkpoints + CSV metrics exports.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is lightweight and model-compatible (DenseNet).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6692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(DenseNet121 multi-label head)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532120" cy="2423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3560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01368"/>
            <a:ext cx="5074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DenseNet121 pretrained on ImageNet (transfer learning).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Pooling to compress feature maps.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layers typically frozen during fine-tuning for stability.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5532120" cy="2423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99592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361688"/>
            <a:ext cx="5074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Dense(8) + sigmoid → per-label probability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Binary Cross-Entropy (BCE).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class-weighted BCE to address rare positives.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234440"/>
            <a:ext cx="5303520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4356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801368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AdamW (weight decay = 1e-4).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multi-label AUROC (macro + per-label reporting).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Callbacks: EarlyStopping + ReduceLROnPlateau + ModelCheckpoint.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1) Frozen base (stabilize head)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2) Fine-tune top layers (unfreeze subset)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3) Optional high-res (320px) pass for small findings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 is fast, strong for medical imaging baselines.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6692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strategy (what changed, and why)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9728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1874520"/>
            <a:ext cx="3291840" cy="114300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933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Frozen 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head + stabilize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874520"/>
            <a:ext cx="3291840" cy="114300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9933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Fine-tune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2331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last N layers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09560" y="1874520"/>
            <a:ext cx="3520440" cy="11430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9933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320px pass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23317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 restored: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5532120" cy="2697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72160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high-res can help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087368"/>
            <a:ext cx="5074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pathologies are small or subtle (e.g., Nodules).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320px pass can preserve fine detail.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controlled: unfreeze fewer layers + freeze BatchNorm.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5303520" cy="2697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37216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can slow down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4087368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320px increases compute per step (more pixels).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Unfreezing too many layers increases backprop cost.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AUC is heavy; consider val-only metric computation.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small unfreeze (25–50 layers) + low LR (≈1e-5) for 1–3 epochs at 320px.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6692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(test): macro + per-label AUROC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972800" cy="5074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AUROC: 0.741  (Val AUC: 0.767 | Test AUC: 0.740)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914400" y="1828800"/>
          <a:ext cx="104241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68680" y="5349240"/>
            <a:ext cx="5257800" cy="868680"/>
          </a:xfrm>
          <a:prstGeom prst="roundRect">
            <a:avLst/>
          </a:prstGeom>
          <a:solidFill>
            <a:srgbClr val="0B1A33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5422392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bottlenecks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5705856"/>
            <a:ext cx="4892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(0.619) and Nodule (0.657)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5349240"/>
            <a:ext cx="5257800" cy="868680"/>
          </a:xfrm>
          <a:prstGeom prst="roundRect">
            <a:avLst/>
          </a:prstGeom>
          <a:solidFill>
            <a:srgbClr val="0B1A33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5422392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levers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37960" y="5705856"/>
            <a:ext cx="4892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BCE (pos_weight per label) + per-label threshold tuning for F1.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computed per label (test). Update label names if your dataset order differs.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6692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to lift macro AUROC &amp; F1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532120" cy="2240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3560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Class imbalance mitigation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01368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per-label pos_weight in BCE (cap extreme weights).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oversample rare positives for Pneumonia/Nodule.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per-label AUROC deltas, not just macro.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5532120" cy="2606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81304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Threshold tuning (for F1)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178808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thresholds on validation per label (0.05–0.95 grid).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macro/micro/weighted F1 on test.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fixed thresholds for final model packaging.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234440"/>
            <a:ext cx="5303520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4356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Controlled 320px pass (only if needed)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801368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help small findings without overfitting.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IMG_SIZE = 320; batch reduced as needed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Unfreeze last 25–50 layers (not 200)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Freeze BatchNorm layers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LR ≈ 1e-5 (or 5e-6) for 1–3 epochs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Nodule/Pneumonia AUROC improves without harming others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Macro AUROC increases on test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changes one at a time; compare per-label deltas to baseline.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6692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produced (reproducible handoff)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532120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3560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ship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01368"/>
            <a:ext cx="5074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checkpoint file (ModelCheckpoint output).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 snapshot: IMG_SIZE, batch size, LR schedule, N_UNFREEZE.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Evaluation CSVs: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eval_summary.csv (macro + val/test AUC)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eval_per_label_auroc.csv (per label)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confusion_template.csv (TP/FP/TN/FN + thresholds)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Notebook(s): preprocessing + training + evaluation.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303520" cy="4983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4356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reproduce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1801368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Build datasets (train/val/test) with identical preprocessing.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Train frozen-base stage; save checkpoint.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Fine-tune (unfreeze subset + BN frozen).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Run evaluation script to export CSV metrics.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Tune thresholds (val) and re-evaluate on test.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focus on auditability and repeatability.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close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532120" cy="2514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7568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performance (test)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441448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AUROC: 0.741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labels: Effusion (0.825), Cardiomegaly (0.801)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labels: Pneumonia (0.619), Nodule (0.657)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441448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10972800" cy="1600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A44"/>
            </a:solidFill>
            <a:prstDash val="solid"/>
          </a:ln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8006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1663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stable and reproducible. Performance gains are most likely from handling rare-label imbalance and optimizing thresholds—especially for Pneumonia and Nodule.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1301</Words>
  <Application>Microsoft Office PowerPoint</Application>
  <PresentationFormat>Widescreen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albert vempala</cp:lastModifiedBy>
  <cp:revision>3</cp:revision>
  <dcterms:created xsi:type="dcterms:W3CDTF">2026-02-10T21:01:34Z</dcterms:created>
  <dcterms:modified xsi:type="dcterms:W3CDTF">2026-02-11T06:21:17Z</dcterms:modified>
</cp:coreProperties>
</file>